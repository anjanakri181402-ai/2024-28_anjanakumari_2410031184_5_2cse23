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08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658368"/>
            <a:ext cx="1874519" cy="18745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8" y="914400"/>
            <a:ext cx="91440" cy="4206240"/>
          </a:xfrm>
          <a:prstGeom prst="rect">
            <a:avLst/>
          </a:prstGeom>
          <a:solidFill>
            <a:srgbClr val="4DA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14400"/>
            <a:ext cx="6675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5BA0"/>
                </a:solidFill>
                <a:latin typeface="Aptos"/>
              </a:defRPr>
            </a:pPr>
            <a:r>
              <a:t>SUMMER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67665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081F43"/>
                </a:solidFill>
                <a:latin typeface="Aptos Display"/>
              </a:defRPr>
            </a:pPr>
            <a:r>
              <a:t>Python Developer</a:t>
            </a:r>
            <a:br/>
            <a:r>
              <a:t>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01568"/>
            <a:ext cx="6309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C2737"/>
                </a:solidFill>
                <a:latin typeface="Aptos"/>
              </a:defRPr>
            </a:pPr>
            <a:r>
              <a:t>Anjana Kumari</a:t>
            </a:r>
          </a:p>
          <a:p>
            <a:pPr>
              <a:spcAft>
                <a:spcPts val="500"/>
              </a:spcAft>
              <a:defRPr sz="1200" b="0">
                <a:solidFill>
                  <a:srgbClr val="5C6C80"/>
                </a:solidFill>
                <a:latin typeface="Aptos"/>
              </a:defRPr>
            </a:pPr>
            <a:r>
              <a:t>Enrollment No. 2410031184</a:t>
            </a:r>
          </a:p>
          <a:p>
            <a:pPr>
              <a:spcAft>
                <a:spcPts val="500"/>
              </a:spcAft>
              <a:defRPr sz="1200" b="0">
                <a:solidFill>
                  <a:srgbClr val="5C6C80"/>
                </a:solidFill>
                <a:latin typeface="Aptos"/>
              </a:defRPr>
            </a:pPr>
            <a:r>
              <a:t>B.Tech CSE • 3rd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0749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5BA0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257800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02 July 2026  —  01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Academic details and internship identity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55448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Student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Anjana Kumari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Enrollment No. 2410031184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B.Tech CSE • 3rd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874519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Institution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IILM University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Greater Noida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Computer Science &amp;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64008" cy="1874519"/>
          </a:xfrm>
          <a:prstGeom prst="rect">
            <a:avLst/>
          </a:prstGeom>
          <a:solidFill>
            <a:srgbClr val="4DA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749039"/>
            <a:ext cx="10789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Internship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Summer Internship • Python Developer Intern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Host Organization: Codec Technologies Pvt. Ltd.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Duration: 1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49039"/>
            <a:ext cx="64008" cy="155448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Internship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Key details recorded on the internship certificate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508760"/>
            <a:ext cx="5166360" cy="1508760"/>
          </a:xfrm>
          <a:prstGeom prst="roundRect">
            <a:avLst/>
          </a:prstGeom>
          <a:solidFill>
            <a:srgbClr val="EFF7FF"/>
          </a:solidFill>
          <a:ln>
            <a:solidFill>
              <a:srgbClr val="CC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51560" tIns="256032"/>
          <a:lstStyle/>
          <a:p>
            <a:pPr algn="ctr">
              <a:defRPr sz="1500" b="1">
                <a:solidFill>
                  <a:srgbClr val="081F43"/>
                </a:solidFill>
                <a:latin typeface="Aptos Display"/>
              </a:defRPr>
            </a:pPr>
            <a:r>
              <a:t>Host Organization</a:t>
            </a:r>
          </a:p>
          <a:p>
            <a:pPr>
              <a:spcBef>
                <a:spcPts val="600"/>
              </a:spcBef>
              <a:defRPr sz="1150">
                <a:solidFill>
                  <a:srgbClr val="1C2737"/>
                </a:solidFill>
                <a:latin typeface="Aptos"/>
              </a:defRPr>
            </a:pPr>
            <a:r>
              <a:t>Codec Technologies Pvt. Ltd.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37943"/>
            <a:ext cx="658368" cy="658368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166360" cy="1508760"/>
          </a:xfrm>
          <a:prstGeom prst="roundRect">
            <a:avLst/>
          </a:prstGeom>
          <a:solidFill>
            <a:srgbClr val="EFF7FF"/>
          </a:solidFill>
          <a:ln>
            <a:solidFill>
              <a:srgbClr val="CC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51560" tIns="256032"/>
          <a:lstStyle/>
          <a:p>
            <a:pPr algn="ctr">
              <a:defRPr sz="1500" b="1">
                <a:solidFill>
                  <a:srgbClr val="081F43"/>
                </a:solidFill>
                <a:latin typeface="Aptos Display"/>
              </a:defRPr>
            </a:pPr>
            <a:r>
              <a:t>Role</a:t>
            </a:r>
          </a:p>
          <a:p>
            <a:pPr>
              <a:spcBef>
                <a:spcPts val="600"/>
              </a:spcBef>
              <a:defRPr sz="1150">
                <a:solidFill>
                  <a:srgbClr val="1C2737"/>
                </a:solidFill>
                <a:latin typeface="Aptos"/>
              </a:defRPr>
            </a:pPr>
            <a:r>
              <a:t>Python Developer Intern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837943"/>
            <a:ext cx="658368" cy="658368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5166360" cy="1508760"/>
          </a:xfrm>
          <a:prstGeom prst="roundRect">
            <a:avLst/>
          </a:prstGeom>
          <a:solidFill>
            <a:srgbClr val="EFF7FF"/>
          </a:solidFill>
          <a:ln>
            <a:solidFill>
              <a:srgbClr val="CC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51560" tIns="256032"/>
          <a:lstStyle/>
          <a:p>
            <a:pPr algn="ctr">
              <a:defRPr sz="1500" b="1">
                <a:solidFill>
                  <a:srgbClr val="081F43"/>
                </a:solidFill>
                <a:latin typeface="Aptos Display"/>
              </a:defRPr>
            </a:pPr>
            <a:r>
              <a:t>Duration</a:t>
            </a:r>
          </a:p>
          <a:p>
            <a:pPr>
              <a:spcBef>
                <a:spcPts val="600"/>
              </a:spcBef>
              <a:defRPr sz="1150">
                <a:solidFill>
                  <a:srgbClr val="1C2737"/>
                </a:solidFill>
                <a:latin typeface="Aptos"/>
              </a:defRPr>
            </a:pPr>
            <a:r>
              <a:t>02/07/2026 to 01/08/2026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03904"/>
            <a:ext cx="658368" cy="658368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74720"/>
            <a:ext cx="5166360" cy="1508760"/>
          </a:xfrm>
          <a:prstGeom prst="roundRect">
            <a:avLst/>
          </a:prstGeom>
          <a:solidFill>
            <a:srgbClr val="EFF7FF"/>
          </a:solidFill>
          <a:ln>
            <a:solidFill>
              <a:srgbClr val="CC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51560" tIns="256032"/>
          <a:lstStyle/>
          <a:p>
            <a:pPr algn="ctr">
              <a:defRPr sz="1500" b="1">
                <a:solidFill>
                  <a:srgbClr val="081F43"/>
                </a:solidFill>
                <a:latin typeface="Aptos Display"/>
              </a:defRPr>
            </a:pPr>
            <a:r>
              <a:t>Program</a:t>
            </a:r>
          </a:p>
          <a:p>
            <a:pPr>
              <a:spcBef>
                <a:spcPts val="600"/>
              </a:spcBef>
              <a:defRPr sz="1150">
                <a:solidFill>
                  <a:srgbClr val="1C2737"/>
                </a:solidFill>
                <a:latin typeface="Aptos"/>
              </a:defRPr>
            </a:pPr>
            <a:r>
              <a:t>1 Month AICTE &amp; ICAC Approved Internship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803904"/>
            <a:ext cx="658368" cy="658368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Internship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Codec Technologies Pvt. Ltd.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508760"/>
            <a:ext cx="6400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Host Organization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Codec Technologies Pvt. Ltd.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Internship role: Python Developer Intern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Program duration: 1 month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Program status: AICTE &amp; ICAC approved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356616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1508760"/>
            <a:ext cx="4069080" cy="3566160"/>
          </a:xfrm>
          <a:prstGeom prst="roundRect">
            <a:avLst/>
          </a:prstGeom>
          <a:solidFill>
            <a:srgbClr val="08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PYTHON</a:t>
            </a:r>
          </a:p>
          <a:p>
            <a:pPr algn="ctr">
              <a:defRPr sz="1400" b="1">
                <a:solidFill>
                  <a:srgbClr val="4DA6E6"/>
                </a:solidFill>
                <a:latin typeface="Aptos"/>
              </a:defRPr>
            </a:pPr>
            <a:r>
              <a:t>DEVELOPER INTERN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Internship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One-month internship journey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2971800"/>
            <a:ext cx="9692640" cy="5486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5BA0"/>
                </a:solidFill>
                <a:latin typeface="Aptos"/>
              </a:defRPr>
            </a:pPr>
            <a:r>
              <a:t>02 JUL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35204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1F43"/>
                </a:solidFill>
                <a:latin typeface="Aptos Display"/>
              </a:defRPr>
            </a:pPr>
            <a:r>
              <a:t>START</a:t>
            </a:r>
          </a:p>
          <a:p>
            <a:pPr algn="ctr">
              <a:defRPr sz="1050">
                <a:solidFill>
                  <a:srgbClr val="5C6C80"/>
                </a:solidFill>
                <a:latin typeface="Aptos"/>
              </a:defRPr>
            </a:pPr>
            <a:r>
              <a:t>Internship begins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2670048"/>
            <a:ext cx="640080" cy="640080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19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5BA0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5204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1F43"/>
                </a:solidFill>
                <a:latin typeface="Aptos Display"/>
              </a:defRPr>
            </a:pPr>
            <a:r>
              <a:t>ORIENT</a:t>
            </a:r>
          </a:p>
          <a:p>
            <a:pPr algn="ctr">
              <a:defRPr sz="1050">
                <a:solidFill>
                  <a:srgbClr val="5C6C80"/>
                </a:solidFill>
                <a:latin typeface="Aptos"/>
              </a:defRPr>
            </a:pPr>
            <a:r>
              <a:t>Program &amp; role onboarding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70048"/>
            <a:ext cx="640080" cy="640080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874519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5BA0"/>
                </a:solidFill>
                <a:latin typeface="Aptos"/>
              </a:defRPr>
            </a:pPr>
            <a:r>
              <a:t>WEEK 2–3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5204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1F43"/>
                </a:solidFill>
                <a:latin typeface="Aptos Display"/>
              </a:defRPr>
            </a:pPr>
            <a:r>
              <a:t>DEVELOP</a:t>
            </a:r>
          </a:p>
          <a:p>
            <a:pPr algn="ctr">
              <a:defRPr sz="1050">
                <a:solidFill>
                  <a:srgbClr val="5C6C80"/>
                </a:solidFill>
                <a:latin typeface="Aptos"/>
              </a:defRPr>
            </a:pPr>
            <a:r>
              <a:t>Python developer internship phase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0" y="2670048"/>
            <a:ext cx="640080" cy="640080"/>
          </a:xfrm>
          <a:prstGeom prst="ellipse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874519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5BA0"/>
                </a:solidFill>
                <a:latin typeface="Aptos"/>
              </a:defRPr>
            </a:pPr>
            <a:r>
              <a:t>01 AUG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1F43"/>
                </a:solidFill>
                <a:latin typeface="Aptos Display"/>
              </a:defRPr>
            </a:pPr>
            <a:r>
              <a:t>COMPLETE</a:t>
            </a:r>
          </a:p>
          <a:p>
            <a:pPr algn="ctr">
              <a:defRPr sz="1050">
                <a:solidFill>
                  <a:srgbClr val="5C6C80"/>
                </a:solidFill>
                <a:latin typeface="Aptos"/>
              </a:defRPr>
            </a:pPr>
            <a:r>
              <a:t>Internship 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C2737"/>
                </a:solidFill>
                <a:latin typeface="Aptos"/>
              </a:defRPr>
            </a:pPr>
            <a:r>
              <a:t>The certificate confirms the internship was conducted from 02/07/2026 to 01/08/2026.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Internship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Python Developer Intern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Role Focus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Python development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The internship certificate identifies the assigned role as “Python Developer Intern.”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This presentation intentionally avoids adding project tasks or technologies that are not stated in the certificate.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356616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Documented Outcome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1 Month internship completed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AICTE &amp; ICAC approved internship program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Certificate issued by Codec Technologies Pvt. Ltd.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Program Manager: Dr. Anurag Shrivastava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64008" cy="3566160"/>
          </a:xfrm>
          <a:prstGeom prst="rect">
            <a:avLst/>
          </a:prstGeom>
          <a:solidFill>
            <a:srgbClr val="4DA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Internship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Certificate issued by Codec Technologies Pvt. Ltd.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pic>
        <p:nvPicPr>
          <p:cNvPr id="7" name="Picture 6" descr="internship_certificat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15" y="1325880"/>
            <a:ext cx="7827263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1F43"/>
                </a:solidFill>
                <a:latin typeface="Aptos Display"/>
              </a:defRPr>
            </a:pPr>
            <a:r>
              <a:t>Internship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A concise closing summary</a:t>
            </a:r>
          </a:p>
        </p:txBody>
      </p:sp>
      <p:pic>
        <p:nvPicPr>
          <p:cNvPr id="6" name="Picture 5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5544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Professional Exposure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Completed a structured 1-month internship as a Python Developer Intern.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320040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Academic Relevance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The internship complements the B.Tech CSE academic journey with industry-oriented exposure.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64008" cy="3200400"/>
          </a:xfrm>
          <a:prstGeom prst="rect">
            <a:avLst/>
          </a:prstGeom>
          <a:solidFill>
            <a:srgbClr val="4DA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 bIns="109728"/>
          <a:lstStyle/>
          <a:p>
            <a:pPr algn="ctr">
              <a:spcAft>
                <a:spcPts val="700"/>
              </a:spcAft>
              <a:defRPr sz="1600" b="1">
                <a:solidFill>
                  <a:srgbClr val="081F43"/>
                </a:solidFill>
                <a:latin typeface="Aptos Display"/>
              </a:defRPr>
            </a:pPr>
            <a:r>
              <a:t>Completion</a:t>
            </a:r>
          </a:p>
          <a:p>
            <a:pPr>
              <a:spcAft>
                <a:spcPts val="400"/>
              </a:spcAft>
              <a:defRPr sz="1150">
                <a:solidFill>
                  <a:srgbClr val="1C2737"/>
                </a:solidFill>
                <a:latin typeface="Aptos"/>
              </a:defRPr>
            </a:pPr>
            <a:r>
              <a:t>Internship conducted from 02 July 2026 to 01 August 2026 and formally certified.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554480"/>
            <a:ext cx="64008" cy="3200400"/>
          </a:xfrm>
          <a:prstGeom prst="rect">
            <a:avLst/>
          </a:prstGeom>
          <a:solidFill>
            <a:srgbClr val="14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6537960"/>
            <a:ext cx="10927080" cy="9144"/>
          </a:xfrm>
          <a:prstGeom prst="rect">
            <a:avLst/>
          </a:prstGeom>
          <a:solidFill>
            <a:srgbClr val="CC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74536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80"/>
                </a:solidFill>
                <a:latin typeface="Aptos"/>
              </a:defRPr>
            </a:pPr>
            <a:r>
              <a:t>Summer Internship 2026  •  IILM University, Greater Noida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562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45BA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1765174167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731520"/>
            <a:ext cx="1691640" cy="1691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290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DA6E6"/>
                </a:solidFill>
                <a:latin typeface="Aptos"/>
              </a:defRPr>
            </a:pPr>
            <a:r>
              <a:t>Anjana Kumari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B.Tech CSE • 3rd Year • 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89204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Summer Internship • Python Developer Intern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